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1D880-AAE4-4472-A4AF-9795E8C9D418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E450E-5820-4888-8BE8-726955C4C1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70999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1D880-AAE4-4472-A4AF-9795E8C9D418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E450E-5820-4888-8BE8-726955C4C1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2348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1D880-AAE4-4472-A4AF-9795E8C9D418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E450E-5820-4888-8BE8-726955C4C1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5813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1D880-AAE4-4472-A4AF-9795E8C9D418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E450E-5820-4888-8BE8-726955C4C1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7040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1D880-AAE4-4472-A4AF-9795E8C9D418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E450E-5820-4888-8BE8-726955C4C1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9957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1D880-AAE4-4472-A4AF-9795E8C9D418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E450E-5820-4888-8BE8-726955C4C1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6192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1D880-AAE4-4472-A4AF-9795E8C9D418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E450E-5820-4888-8BE8-726955C4C1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7363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1D880-AAE4-4472-A4AF-9795E8C9D418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E450E-5820-4888-8BE8-726955C4C1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684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1D880-AAE4-4472-A4AF-9795E8C9D418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E450E-5820-4888-8BE8-726955C4C1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0128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1D880-AAE4-4472-A4AF-9795E8C9D418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E450E-5820-4888-8BE8-726955C4C1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96077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1D880-AAE4-4472-A4AF-9795E8C9D418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E450E-5820-4888-8BE8-726955C4C1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78001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pt-BR" smtClean="0"/>
              <a:t>Editar estilos de texto Mestre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1D880-AAE4-4472-A4AF-9795E8C9D418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E450E-5820-4888-8BE8-726955C4C11C}" type="slidenum">
              <a:rPr lang="pt-BR" smtClean="0"/>
              <a:t>‹nº›</a:t>
            </a:fld>
            <a:endParaRPr lang="pt-BR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506129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1D880-AAE4-4472-A4AF-9795E8C9D418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E450E-5820-4888-8BE8-726955C4C1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13894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1D880-AAE4-4472-A4AF-9795E8C9D418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E450E-5820-4888-8BE8-726955C4C1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95241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1D880-AAE4-4472-A4AF-9795E8C9D418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E450E-5820-4888-8BE8-726955C4C1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004398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1D880-AAE4-4472-A4AF-9795E8C9D418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E450E-5820-4888-8BE8-726955C4C1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02968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1D880-AAE4-4472-A4AF-9795E8C9D418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E450E-5820-4888-8BE8-726955C4C1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9347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A71D880-AAE4-4472-A4AF-9795E8C9D418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6E450E-5820-4888-8BE8-726955C4C1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648346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297497" y="350576"/>
            <a:ext cx="9144000" cy="2387600"/>
          </a:xfrm>
        </p:spPr>
        <p:txBody>
          <a:bodyPr>
            <a:normAutofit/>
          </a:bodyPr>
          <a:lstStyle/>
          <a:p>
            <a:r>
              <a:rPr lang="pt-BR" sz="7200" u="sng" dirty="0" smtClean="0">
                <a:latin typeface="Freestyle Script" panose="030804020302050B0404" pitchFamily="66" charset="0"/>
              </a:rPr>
              <a:t>A fonte ajuda na clareza da escrita</a:t>
            </a:r>
            <a:endParaRPr lang="pt-BR" sz="7200" u="sng" dirty="0">
              <a:latin typeface="Freestyle Script" panose="030804020302050B0404" pitchFamily="66" charset="0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876337" y="4908624"/>
            <a:ext cx="9144000" cy="1655762"/>
          </a:xfrm>
        </p:spPr>
        <p:txBody>
          <a:bodyPr/>
          <a:lstStyle/>
          <a:p>
            <a:r>
              <a:rPr lang="pt-BR" u="sng" dirty="0">
                <a:solidFill>
                  <a:schemeClr val="tx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 tipografia correta estabelece equilíbrio </a:t>
            </a:r>
            <a:r>
              <a:rPr lang="pt-BR" u="sng" dirty="0">
                <a:solidFill>
                  <a:schemeClr val="tx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gráfico</a:t>
            </a:r>
          </a:p>
        </p:txBody>
      </p:sp>
    </p:spTree>
    <p:extLst>
      <p:ext uri="{BB962C8B-B14F-4D97-AF65-F5344CB8AC3E}">
        <p14:creationId xmlns:p14="http://schemas.microsoft.com/office/powerpoint/2010/main" val="32204299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53959" y="419163"/>
            <a:ext cx="9404723" cy="1400530"/>
          </a:xfrm>
        </p:spPr>
        <p:txBody>
          <a:bodyPr/>
          <a:lstStyle/>
          <a:p>
            <a:r>
              <a:rPr lang="pt-BR" u="sng" dirty="0" smtClean="0">
                <a:latin typeface="Arial Rounded MT Bold" panose="020F0704030504030204" pitchFamily="34" charset="0"/>
              </a:rPr>
              <a:t>Oque é tipografia</a:t>
            </a:r>
            <a:endParaRPr lang="pt-BR" u="sng" dirty="0">
              <a:latin typeface="Arial Rounded MT Bold" panose="020F0704030504030204" pitchFamily="34" charset="0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pt-BR" dirty="0"/>
              <a:t>Tipografia é a arte e técnica de organizar, compor e estilizar letras e caracteres para tornar a comunicação escrita clara, legível e visualmente atraente</a:t>
            </a:r>
            <a:r>
              <a:rPr lang="pt-BR" dirty="0"/>
              <a:t>. Ela envolve a seleção de fontes, ajuste de espaçamentos (kerning, leading), alinhamentos e hierarquia visual, sendo um pilar fundamental do design gráfico para transmitir a personalidade de uma marca</a:t>
            </a:r>
            <a:endParaRPr lang="pt-BR" dirty="0"/>
          </a:p>
        </p:txBody>
      </p:sp>
      <p:pic>
        <p:nvPicPr>
          <p:cNvPr id="7" name="Espaço Reservado para Conteúdo 6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76301" y="2060575"/>
            <a:ext cx="3965713" cy="2578537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267299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2860645" y="2432808"/>
            <a:ext cx="509211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programa {</a:t>
            </a:r>
          </a:p>
          <a:p>
            <a:r>
              <a:rPr lang="pt-B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funcao inicio() {</a:t>
            </a:r>
          </a:p>
          <a:p>
            <a:r>
              <a:rPr lang="pt-B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real  base, altura, resultado</a:t>
            </a:r>
          </a:p>
          <a:p>
            <a:endParaRPr lang="pt-BR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pt-B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escreva("Digite base: ") </a:t>
            </a:r>
          </a:p>
          <a:p>
            <a:r>
              <a:rPr lang="pt-B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leia (base)</a:t>
            </a:r>
          </a:p>
          <a:p>
            <a:r>
              <a:rPr lang="pt-B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escreva("Digite altura")</a:t>
            </a:r>
          </a:p>
          <a:p>
            <a:r>
              <a:rPr lang="pt-B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leia(altura)</a:t>
            </a:r>
          </a:p>
          <a:p>
            <a:r>
              <a:rPr lang="pt-B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resultado=(base*altura)</a:t>
            </a:r>
          </a:p>
          <a:p>
            <a:r>
              <a:rPr lang="pt-B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escreva("á área é: ",resultado)</a:t>
            </a:r>
          </a:p>
          <a:p>
            <a:endParaRPr lang="pt-BR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pt-B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pt-B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pt-BR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679506" y="553673"/>
            <a:ext cx="756687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u="sng" dirty="0" smtClean="0"/>
              <a:t>Exemplo de um código usando uma fonte monoespaçada</a:t>
            </a:r>
            <a:endParaRPr lang="pt-BR" sz="2800" u="sng" dirty="0"/>
          </a:p>
        </p:txBody>
      </p:sp>
    </p:spTree>
    <p:extLst>
      <p:ext uri="{BB962C8B-B14F-4D97-AF65-F5344CB8AC3E}">
        <p14:creationId xmlns:p14="http://schemas.microsoft.com/office/powerpoint/2010/main" val="140294481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Íon">
  <a:themeElements>
    <a:clrScheme name="Í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Í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Í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19</TotalTime>
  <Words>78</Words>
  <Application>Microsoft Office PowerPoint</Application>
  <PresentationFormat>Widescreen</PresentationFormat>
  <Paragraphs>18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11" baseType="lpstr">
      <vt:lpstr>Arial</vt:lpstr>
      <vt:lpstr>Arial Rounded MT Bold</vt:lpstr>
      <vt:lpstr>Century Gothic</vt:lpstr>
      <vt:lpstr>Courier New</vt:lpstr>
      <vt:lpstr>Freestyle Script</vt:lpstr>
      <vt:lpstr>Sans Serif Collection</vt:lpstr>
      <vt:lpstr>Wingdings 3</vt:lpstr>
      <vt:lpstr>Íon</vt:lpstr>
      <vt:lpstr>A fonte ajuda na clareza da escrita</vt:lpstr>
      <vt:lpstr>Oque é tipografia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fonte ajuda na clareza da escrita</dc:title>
  <dc:creator>Fatec</dc:creator>
  <cp:lastModifiedBy>Fatec</cp:lastModifiedBy>
  <cp:revision>2</cp:revision>
  <dcterms:created xsi:type="dcterms:W3CDTF">2026-04-02T15:30:56Z</dcterms:created>
  <dcterms:modified xsi:type="dcterms:W3CDTF">2026-04-02T15:50:15Z</dcterms:modified>
</cp:coreProperties>
</file>