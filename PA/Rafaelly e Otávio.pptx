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1990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6262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2035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0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034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369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5696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68554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8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0008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44816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3320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6990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4118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36066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720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0990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859DB60C-EE5F-44D2-8DDC-FF9D1E561795}" type="datetimeFigureOut">
              <a:rPr lang="pt-BR" smtClean="0"/>
              <a:t>31/03/2026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70C0136-ED48-4130-9B4A-F258654D5A8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633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  <p:sldLayoutId id="2147483760" r:id="rId16"/>
    <p:sldLayoutId id="214748376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CA9A8-AA9A-A363-DC26-9118D0C72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907" y="643812"/>
            <a:ext cx="3860259" cy="1511559"/>
          </a:xfrm>
        </p:spPr>
        <p:txBody>
          <a:bodyPr/>
          <a:lstStyle/>
          <a:p>
            <a:r>
              <a:rPr lang="pt-BR" u="sng" dirty="0"/>
              <a:t>Segurança na Internet</a:t>
            </a:r>
          </a:p>
        </p:txBody>
      </p:sp>
      <p:pic>
        <p:nvPicPr>
          <p:cNvPr id="10" name="Espaço Reservado para Imagem 9" descr="Mão segurando raquete de tênis&#10;&#10;O conteúdo gerado por IA pode estar incorreto.">
            <a:extLst>
              <a:ext uri="{FF2B5EF4-FFF2-40B4-BE49-F238E27FC236}">
                <a16:creationId xmlns:a16="http://schemas.microsoft.com/office/drawing/2014/main" id="{C46AA8A7-ABBC-1EF7-B905-6FBB6507403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235" r="30235"/>
          <a:stretch>
            <a:fillRect/>
          </a:stretch>
        </p:blipFill>
        <p:spPr>
          <a:xfrm>
            <a:off x="6547870" y="1143000"/>
            <a:ext cx="4079697" cy="45720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3B1EECE-2085-DC4F-D506-5888931EEFA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pt-BR" sz="2800" dirty="0">
                <a:solidFill>
                  <a:schemeClr val="bg1"/>
                </a:solidFill>
              </a:rPr>
              <a:t>Você está realmente seguro online?</a:t>
            </a:r>
          </a:p>
        </p:txBody>
      </p:sp>
    </p:spTree>
    <p:extLst>
      <p:ext uri="{BB962C8B-B14F-4D97-AF65-F5344CB8AC3E}">
        <p14:creationId xmlns:p14="http://schemas.microsoft.com/office/powerpoint/2010/main" val="17314400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196FBE-8A77-2EFD-06D9-2490DBBC26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Introdução á Segurança na Internet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0125EB3-F560-9D2F-241D-EEBE37EF64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14207" y="2741750"/>
            <a:ext cx="8825659" cy="3576629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Segurança na internet protege dados e informações;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Envolve práticas para evitar ataques e invasões;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Garante privacidade durante uso de serviços online;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Protege usuários contra golpes e ameaças digitais;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Inclui ferramentas como antivírus senhas e firewalls;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pt-BR" sz="2000" dirty="0"/>
              <a:t>Depende do comportamento consciente de cada usuário.</a:t>
            </a:r>
          </a:p>
        </p:txBody>
      </p:sp>
    </p:spTree>
    <p:extLst>
      <p:ext uri="{BB962C8B-B14F-4D97-AF65-F5344CB8AC3E}">
        <p14:creationId xmlns:p14="http://schemas.microsoft.com/office/powerpoint/2010/main" val="14798547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99BDAA-DE17-5D24-342C-5D7A8263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4726" y="908354"/>
            <a:ext cx="8761413" cy="706964"/>
          </a:xfrm>
        </p:spPr>
        <p:txBody>
          <a:bodyPr/>
          <a:lstStyle/>
          <a:p>
            <a:r>
              <a:rPr lang="pt-BR" sz="4800" u="sng" dirty="0"/>
              <a:t>Perigos da Internet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E44A15-FF49-908B-5ED7-831FE55053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2147" y="2267857"/>
            <a:ext cx="4825158" cy="4347547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3000" u="sng" dirty="0"/>
              <a:t>Ameaças</a:t>
            </a:r>
          </a:p>
          <a:p>
            <a:r>
              <a:rPr lang="pt-BR" sz="1900" dirty="0" err="1"/>
              <a:t>Phishing</a:t>
            </a:r>
            <a:r>
              <a:rPr lang="pt-BR" sz="1900" dirty="0"/>
              <a:t>(cibercrime) engana usuários para roubar dados pessoais</a:t>
            </a:r>
          </a:p>
          <a:p>
            <a:r>
              <a:rPr lang="pt-BR" sz="1900" dirty="0"/>
              <a:t>Malware infecta dispositivos causando danos e perdas</a:t>
            </a:r>
          </a:p>
          <a:p>
            <a:r>
              <a:rPr lang="pt-BR" sz="1900" dirty="0" err="1"/>
              <a:t>Ransomware</a:t>
            </a:r>
            <a:r>
              <a:rPr lang="pt-BR" sz="1900" dirty="0"/>
              <a:t> bloqueia arquivos exigindo pagamento para liberação</a:t>
            </a:r>
          </a:p>
          <a:p>
            <a:r>
              <a:rPr lang="pt-BR" sz="1900" dirty="0"/>
              <a:t>Links falsos direcionam para páginas perigosas desconhecidas</a:t>
            </a:r>
          </a:p>
          <a:p>
            <a:r>
              <a:rPr lang="pt-BR" sz="1900" dirty="0"/>
              <a:t>Engenharia social manipula pessoas para obter informações confidenciais</a:t>
            </a:r>
          </a:p>
          <a:p>
            <a:r>
              <a:rPr lang="pt-BR" sz="1900" dirty="0"/>
              <a:t>Roubo identidade usa dados pessoais para fraudes</a:t>
            </a:r>
            <a:endParaRPr lang="pt-BR" sz="1900" u="sng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BC7B29-8ABD-A8BF-BEDA-A6B49E883F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8671" y="2444880"/>
            <a:ext cx="4825159" cy="3797300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3000" u="sng" dirty="0"/>
              <a:t>Consequências</a:t>
            </a:r>
          </a:p>
          <a:p>
            <a:r>
              <a:rPr lang="pt-BR" sz="3000" i="0" dirty="0">
                <a:effectLst/>
                <a:latin typeface="Century Gothic" panose="020B0502020202020204" pitchFamily="34" charset="0"/>
              </a:rPr>
              <a:t>graves danos financeiros, roubo de identidade, exposição de dados pessoais, paralisação de negócios e impactos psicológicos, como traumas e ansiedade</a:t>
            </a:r>
            <a:endParaRPr lang="pt-BR" sz="3000" u="sng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2747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1300BE-BB08-6BA3-7EBD-C741E015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19859" y="838199"/>
            <a:ext cx="8761413" cy="706964"/>
          </a:xfrm>
        </p:spPr>
        <p:txBody>
          <a:bodyPr/>
          <a:lstStyle/>
          <a:p>
            <a:r>
              <a:rPr lang="pt-BR" dirty="0"/>
              <a:t>Senhas e acessos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5FFB5F-44D6-579E-0376-4F77B5257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506" y="2286000"/>
            <a:ext cx="5429606" cy="421743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pt-BR" sz="2800" u="sng" dirty="0"/>
              <a:t>Senhas recomendáveis:</a:t>
            </a:r>
          </a:p>
          <a:p>
            <a:r>
              <a:rPr lang="pt-BR" dirty="0"/>
              <a:t>Crie senhas fortes com letras números símbolos(7RF03#@6G9)</a:t>
            </a:r>
          </a:p>
          <a:p>
            <a:r>
              <a:rPr lang="pt-BR" dirty="0"/>
              <a:t>Evite repetir mesma senha em vários serviços</a:t>
            </a:r>
          </a:p>
          <a:p>
            <a:r>
              <a:rPr lang="pt-BR" dirty="0"/>
              <a:t>Ative autenticação dois fatores para mais segurança</a:t>
            </a:r>
          </a:p>
          <a:p>
            <a:r>
              <a:rPr lang="pt-BR" dirty="0"/>
              <a:t>Troque senhas regularmente para evitar invasões indesejadas</a:t>
            </a:r>
          </a:p>
          <a:p>
            <a:r>
              <a:rPr lang="pt-BR" dirty="0"/>
              <a:t>Nunca compartilhe suas senhas com outras pessoas</a:t>
            </a:r>
          </a:p>
          <a:p>
            <a:r>
              <a:rPr lang="pt-BR" dirty="0"/>
              <a:t>Use gerenciadores para armazenar senhas com segurança</a:t>
            </a:r>
          </a:p>
          <a:p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03A71D0-0F0D-6A2A-7DB1-DB9140DD2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890" y="2425960"/>
            <a:ext cx="5172560" cy="3593841"/>
          </a:xfrm>
        </p:spPr>
        <p:txBody>
          <a:bodyPr>
            <a:normAutofit lnSpcReduction="10000"/>
          </a:bodyPr>
          <a:lstStyle/>
          <a:p>
            <a:pPr algn="ctr">
              <a:buFont typeface="Wingdings" panose="05000000000000000000" pitchFamily="2" charset="2"/>
              <a:buChar char="v"/>
            </a:pPr>
            <a:r>
              <a:rPr lang="pt-BR" sz="2600" dirty="0"/>
              <a:t>Senhas não recomendáveis</a:t>
            </a:r>
            <a:r>
              <a:rPr lang="pt-BR" sz="2800" dirty="0"/>
              <a:t>:</a:t>
            </a:r>
          </a:p>
          <a:p>
            <a:pPr algn="ctr">
              <a:buFont typeface="Wingdings" panose="05000000000000000000" pitchFamily="2" charset="2"/>
              <a:buChar char="Ø"/>
            </a:pPr>
            <a:r>
              <a:rPr lang="pt-BR" dirty="0"/>
              <a:t>Não usar seu nome próprio e seu aniversario </a:t>
            </a:r>
          </a:p>
        </p:txBody>
      </p:sp>
    </p:spTree>
    <p:extLst>
      <p:ext uri="{BB962C8B-B14F-4D97-AF65-F5344CB8AC3E}">
        <p14:creationId xmlns:p14="http://schemas.microsoft.com/office/powerpoint/2010/main" val="9378501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 - Sala da Diretoria">
  <a:themeElements>
    <a:clrScheme name="Íon - Sala da Diretoria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Íon - Sala da Diretoria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 - Sala da Diretoria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62</TotalTime>
  <Words>202</Words>
  <Application>Microsoft Office PowerPoint</Application>
  <PresentationFormat>Widescreen</PresentationFormat>
  <Paragraphs>29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8" baseType="lpstr">
      <vt:lpstr>Century Gothic</vt:lpstr>
      <vt:lpstr>Wingdings</vt:lpstr>
      <vt:lpstr>Wingdings 3</vt:lpstr>
      <vt:lpstr>Íon - Sala da Diretoria</vt:lpstr>
      <vt:lpstr>Segurança na Internet</vt:lpstr>
      <vt:lpstr>Introdução á Segurança na Internet</vt:lpstr>
      <vt:lpstr>Perigos da Internet</vt:lpstr>
      <vt:lpstr>Senhas e acessos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Fatec</dc:creator>
  <cp:lastModifiedBy>Fatec</cp:lastModifiedBy>
  <cp:revision>1</cp:revision>
  <dcterms:created xsi:type="dcterms:W3CDTF">2026-03-31T15:37:00Z</dcterms:created>
  <dcterms:modified xsi:type="dcterms:W3CDTF">2026-03-31T16:39:02Z</dcterms:modified>
</cp:coreProperties>
</file>